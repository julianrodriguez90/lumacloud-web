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57" r:id="rId3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4BC4F-E7E0-48EF-A40E-2BB9E21540D8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5D101-759F-4D8C-81AC-1844AD8C280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3936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E9469-F0D3-4F74-AEB9-76C3E55A0335}" type="slidenum">
              <a:rPr lang="es-419" smtClean="0"/>
              <a:t>2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11477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684A1-C5F6-4E89-61CB-8EB4E403B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BC2D7E-2591-F562-64D7-6E12BA594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254FF-7B70-8977-09DE-4390FEF6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4C2282-71B2-0A2E-AE4C-6E1528E9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B2E8B3-B789-E20F-A17E-4B8E7376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7903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E2FA0-9714-0B77-7C53-74D06127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32E460-73EF-D506-D5D1-BEFF9FD78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580C2B-3D15-CC85-A79F-64A19847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916F2D-71E8-4621-62E0-D8F9EC933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9CFE4D-1956-1418-81DB-6DE39320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8994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AA228-A4A0-0051-71E3-95E4F125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211C8C-F82F-596D-76EE-5CA41642F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00822C-67E6-0A4D-EBAE-379A85A3E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33023F-C814-3776-EE9D-A58233D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F6029A-83B2-7328-805A-F629F4FE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6349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8F423-D248-3348-FE19-0F826203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91954A-58E5-7E63-E7BB-08A4B7810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24E59D-7250-59C5-78A9-26C3251FC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32B613-86D1-B891-18A2-78C4F9D7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06843A-1643-54CB-588D-BBBDC752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70879E-0A5E-6AA8-F640-A4899EBA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8557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BA19F-FD8A-E845-206D-D3758D61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05796E-E15F-2A66-5640-BD0CA62E7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72478E-9A14-1B9F-AE99-5865922E5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E56E06-FA35-DC41-59F1-88E17E608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5E31E8-9E4F-059C-E67B-D88FD7BAF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0098DF0-6D8E-4519-20F3-68565DF2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701554-6FE1-8971-E7D1-F53EC97E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402FDF-B52F-8E09-BB5E-706247D8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2791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A1F03-3E6D-7AA1-82B0-A7E1507F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89FDB2-BE61-5D26-525E-83E51430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46C6AB-2FB3-F041-7260-4CC33FA49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3D616A-9453-AAFD-9C23-298AEA39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47931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02901D9-E259-EA7B-51FB-07856B546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9B0647-009C-2FD7-D7C3-AA3244312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BD831E-4708-D850-8E4F-590B804D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8937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66754-CB8A-93DD-7F0C-5FA48D66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F6E67C-4D79-7AE0-847B-52954ECF8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19E873-A623-BAA2-A915-D05F301C3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AF9FAD-5DB8-D5DD-B4A2-2F46178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F71E70-B7D6-96FF-D213-E41522CA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CFC13A-D754-73BC-D542-0DE52EB5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7511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245BC-F1F5-7D33-CC5E-14EA2390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A2FB79-73FE-3402-3022-0E2244E84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190F1D-7BEB-CBFE-E287-236407325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F68F8F-CB27-262E-D1D6-22F2A2F1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44B49B-2E0D-7223-F78C-B12FA0B6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E59917-5418-9A17-DBBC-274EC465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2368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491BC-D232-FA24-6E20-1BDCCA73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160B7C-7F62-99B1-2FF0-9B7C5C084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80E289-2A97-06AB-64FD-E3E851FC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930660-D008-8C3B-6C40-EE31DA02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3506D0-864A-2DC1-CD8A-ED2C0B2A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1873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BCAA63-7F02-C63B-E1B3-9A1AB24F5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67280E-FC0B-CC41-A531-1255662F0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8FA214-75B5-0E7D-2D78-1FEED996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DE312C-4F0F-6609-167A-671DA3BA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52667B-34CC-487A-0072-D6014EF8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3737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CB7026-CF86-C8AC-2A95-9208DA4C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73BAAE-95E6-62F2-134E-A3D0F3E5A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11A87-D035-B4A8-71B3-1A436DDCA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94049-64DA-4B14-B010-79900A09C85D}" type="datetimeFigureOut">
              <a:rPr lang="es-419" smtClean="0"/>
              <a:t>17/7/2026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8AFEC-E4C4-CD28-038F-923279284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B647AB-EC9F-A804-3927-738A1531C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D7CD2-DF80-4BC5-B38F-868120D007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844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26" Type="http://schemas.openxmlformats.org/officeDocument/2006/relationships/image" Target="../media/image26.emf"/><Relationship Id="rId3" Type="http://schemas.openxmlformats.org/officeDocument/2006/relationships/image" Target="../media/image3.jpeg"/><Relationship Id="rId21" Type="http://schemas.openxmlformats.org/officeDocument/2006/relationships/image" Target="../media/image21.emf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29" Type="http://schemas.openxmlformats.org/officeDocument/2006/relationships/image" Target="../media/image2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24" Type="http://schemas.openxmlformats.org/officeDocument/2006/relationships/image" Target="../media/image24.emf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23" Type="http://schemas.openxmlformats.org/officeDocument/2006/relationships/image" Target="../media/image23.emf"/><Relationship Id="rId28" Type="http://schemas.openxmlformats.org/officeDocument/2006/relationships/image" Target="../media/image28.emf"/><Relationship Id="rId10" Type="http://schemas.openxmlformats.org/officeDocument/2006/relationships/image" Target="../media/image10.emf"/><Relationship Id="rId19" Type="http://schemas.openxmlformats.org/officeDocument/2006/relationships/image" Target="../media/image19.emf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Relationship Id="rId22" Type="http://schemas.openxmlformats.org/officeDocument/2006/relationships/image" Target="../media/image22.emf"/><Relationship Id="rId27" Type="http://schemas.openxmlformats.org/officeDocument/2006/relationships/image" Target="../media/image27.emf"/><Relationship Id="rId30" Type="http://schemas.openxmlformats.org/officeDocument/2006/relationships/image" Target="../media/image3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D07413A-EB2C-3222-2107-66F0C016D7A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4672D63-CD75-E64F-C790-52BA1BCE0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083" y="5791200"/>
            <a:ext cx="2329834" cy="89550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4E47C04-6322-164A-9BD7-0BD7D1C4922A}"/>
              </a:ext>
            </a:extLst>
          </p:cNvPr>
          <p:cNvSpPr txBox="1"/>
          <p:nvPr/>
        </p:nvSpPr>
        <p:spPr>
          <a:xfrm>
            <a:off x="704539" y="4482059"/>
            <a:ext cx="115424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4000" b="1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+11</a:t>
            </a:r>
            <a:endParaRPr lang="es-419" sz="4000" b="1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06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n 33">
            <a:extLst>
              <a:ext uri="{FF2B5EF4-FFF2-40B4-BE49-F238E27FC236}">
                <a16:creationId xmlns:a16="http://schemas.microsoft.com/office/drawing/2014/main" id="{9006B900-028A-72ED-1263-5599518930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565" b="31807"/>
          <a:stretch/>
        </p:blipFill>
        <p:spPr>
          <a:xfrm rot="2679112">
            <a:off x="961592" y="1584289"/>
            <a:ext cx="4887784" cy="38946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27AF66D-BC6E-63BF-30AA-9E5669063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71" y="0"/>
            <a:ext cx="5623951" cy="68616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4FE86C4-3871-0F8B-FF4D-2F214A420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812" y="3429000"/>
            <a:ext cx="2337457" cy="221539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52A5975-DCDF-85DA-F7FA-E13BE224A128}"/>
              </a:ext>
            </a:extLst>
          </p:cNvPr>
          <p:cNvSpPr txBox="1"/>
          <p:nvPr/>
        </p:nvSpPr>
        <p:spPr>
          <a:xfrm>
            <a:off x="6040453" y="762000"/>
            <a:ext cx="5471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b="1" dirty="0">
                <a:solidFill>
                  <a:srgbClr val="00CC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NUESTRA </a:t>
            </a:r>
            <a:r>
              <a:rPr lang="es-CO" sz="3600" b="1" dirty="0">
                <a:solidFill>
                  <a:srgbClr val="173C85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EXPERIENCIA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38EBABA-69DE-7D3E-F780-61D74EA6A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964015"/>
            <a:ext cx="1188413" cy="4714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27A88D-1E65-6C17-97FB-3394EAE7A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4047" y="2049034"/>
            <a:ext cx="1334669" cy="43793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5447A18-18AF-2918-D236-8666FF92D4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276" y="1900365"/>
            <a:ext cx="839614" cy="5351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1A38A2B-CC5D-F39A-00C1-A1572E6E52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8798" y="1818688"/>
            <a:ext cx="959775" cy="6559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1544690-43EA-B17B-8EA6-B45249912E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54221" y="1821849"/>
            <a:ext cx="715203" cy="64633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2FFD094-2486-FB29-5240-573EA78CD8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9220" y="2737072"/>
            <a:ext cx="1479390" cy="35751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E24755C-CEB8-CCDC-A472-BBBD797347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5167" y="2791723"/>
            <a:ext cx="1096930" cy="35751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062D2AD-3A17-6E8D-67F8-702E3F12F7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6306" y="2810470"/>
            <a:ext cx="981086" cy="31789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42F89E9-AF6E-A948-1DFF-A4BFE97764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0751" y="2810470"/>
            <a:ext cx="1097859" cy="33385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B4D364E-95AC-9B45-5CE7-18A1713AC8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5294" y="2668592"/>
            <a:ext cx="632599" cy="63259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BAE4B32-232B-8285-C4E8-244255850DB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40453" y="3324678"/>
            <a:ext cx="1021692" cy="50490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4A81EC5-03D3-CD00-7779-8A9D401F622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97165" y="3580823"/>
            <a:ext cx="839926" cy="29711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5CCAB07-6B79-75D6-A997-5ABBB5B2F94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28702" y="3601868"/>
            <a:ext cx="1334670" cy="32525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22C461F-7D5F-2A08-9DE0-DFA42AD62E8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58492" y="3526982"/>
            <a:ext cx="1399401" cy="42234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972A8BC-C8DD-BBBA-E155-529E5275848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0317" y="4068377"/>
            <a:ext cx="836006" cy="66369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F3E4C77D-B432-6543-8047-D76605D04B2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96222" y="4111084"/>
            <a:ext cx="1277492" cy="549322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3AC6286-2E74-5E35-6B7D-B1BE3CE2E3F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27913" y="4216763"/>
            <a:ext cx="1407345" cy="485291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E666009-2BE1-F53C-66D6-B9E7105239D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30510" y="4175115"/>
            <a:ext cx="1336127" cy="48529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5406ACC-5898-8289-4621-B68C066EC76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84391" y="5023017"/>
            <a:ext cx="1574923" cy="50087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60A4179-6EC9-27DD-380D-78654229B4C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8611" y="4806088"/>
            <a:ext cx="1206688" cy="757688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E4838FBE-12C6-2368-A90A-B56FFFC25FD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56513" y="5138411"/>
            <a:ext cx="1016271" cy="38548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AFB600E-5988-FE63-A7F0-4973BA5EB0B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94155" y="5042186"/>
            <a:ext cx="473064" cy="45992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A0B6489-AB41-3876-9038-ABE5F9AED9D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48658" y="5018118"/>
            <a:ext cx="745963" cy="54565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F16915B9-1A24-B3D2-2A43-1738CF784FF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61568" y="6078830"/>
            <a:ext cx="1327452" cy="50242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D4F9E7-0136-08DF-BAB0-4E71BA75066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50601" y="381000"/>
            <a:ext cx="1051073" cy="36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57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Panorámica</PresentationFormat>
  <Paragraphs>3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Open Sans</vt:lpstr>
      <vt:lpstr>Open Sans ExtraBold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Usuarios Grupo 2</dc:creator>
  <cp:lastModifiedBy>Usuarios Grupo 2</cp:lastModifiedBy>
  <cp:revision>1</cp:revision>
  <dcterms:created xsi:type="dcterms:W3CDTF">2026-07-17T17:49:21Z</dcterms:created>
  <dcterms:modified xsi:type="dcterms:W3CDTF">2026-07-17T17:49:47Z</dcterms:modified>
</cp:coreProperties>
</file>